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106984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AI DEVELOPER · LLMOPS · INFERENCE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89920" cy="20116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Evidence-Driven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AI Inference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858768"/>
            <a:ext cx="996696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운영 가능한 LLM과 한국어 음성 추론을 측정 가능한 시스템으로 구현했습니다.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Production LLMOps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4919472"/>
            <a:ext cx="2112264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2615" y="5038344"/>
            <a:ext cx="1911095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Quantization Debugging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4919472"/>
            <a:ext cx="192024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1184" y="5038344"/>
            <a:ext cx="171907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Korean ASR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614476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lang="ko-KR">
                <a:solidFill>
                  <a:srgbClr val="9DB0C7"/>
                </a:solidFill>
                <a:latin typeface="DejaVu Sans Mono"/>
                <a:ea typeface="DejaVu Sans Mono"/>
              </a:rPr>
              <a:t>2026 · Developer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PORTFOLIO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세 프로젝트가 답하는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모델 데모보다 요구사항 → 측정 → 선택 → 운영의 닫힌 고리를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01 FinLLM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금융 Private RAG를 단일 GPU에서 어떻게 배포·관측·회귀·롤백할까?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873752"/>
            <a:ext cx="914400" cy="45720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9AF56D"/>
                </a:solidFill>
                <a:latin typeface="Noto Sans KR"/>
                <a:ea typeface="Noto Sans KR"/>
              </a:rPr>
              <a:t>02 Quantization Autopsy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양자화 모델의 성능 저하를 정밀도가 아닌 실행 경로까지 어떻게 분해할까?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712" y="4873752"/>
            <a:ext cx="914400" cy="45720"/>
          </a:xfrm>
          <a:prstGeom prst="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8432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FFC857"/>
                </a:solidFill>
                <a:latin typeface="Noto Sans KR"/>
                <a:ea typeface="Noto Sans KR"/>
              </a:rPr>
              <a:t>03 K-VoiceBench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한국어 ASR을 정확도·엔티티·RTF·VRAM의 같은 계약으로 어떻게 비교할까?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8744" y="4873752"/>
            <a:ext cx="914400" cy="45720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01 · FINLLM LAB V0.2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금융 RAG를 ‘운영 루프’로 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ACL을 모델 앞에서 강제하고, 실제 장애와 회귀를 release gate까지 연결했습니다.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4579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1739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4891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ACL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132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4696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Regression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8068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522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Rollback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Final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PASS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Deterministic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Actual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11 / 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Result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Deployment → Observability → Alert → Incident → Rollback을 Compose rehearsal로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FINLLM · DEPLOYMENT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더 큰 14B가 더 적은 메모리로 합격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4-bit 가중치 절감분을 KV cache로 돌려 품질과 동시성 여유를 확보했습니다.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4754880" cy="354787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251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채택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4251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lang="ko-KR">
                <a:solidFill>
                  <a:srgbClr val="F3F7FD"/>
                </a:solidFill>
                <a:latin typeface="Noto Sans KR"/>
                <a:ea typeface="Noto Sans KR"/>
              </a:rPr>
              <a:t>Qwen3-14B-AWQ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75887"/>
            <a:ext cx="425196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gpu_memory_utilization 0.46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--enforce-eager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동시성 10 · 8,192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50992" y="1901952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97296" y="2029968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2295144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97.667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58784" y="1901952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5088" y="2029968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User P95 TTFT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2295144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1,273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50992" y="3291840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97296" y="3419856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Throughput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7296" y="3685032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315.3 tok/s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8784" y="3291840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05088" y="3419856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Peak VRAM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3685032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21.96 GiB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A6000 memory-budget-emulation이며 실제 24GB 카드 성능은 NOT_EXECUTED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02 · QUANTIZATION AUTOPSY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‘4-bit라서 느리다’는 설명을 반증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같은 모델·예산에서 실행 경로만 바꾸자 AWQ 처리량이 5.47배 회복됐습니다.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75104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8B BF16 · CUDA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9312" y="1901952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1920240"/>
            <a:ext cx="4371916" cy="329184"/>
          </a:xfrm>
          <a:prstGeom prst="round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96596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295.98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87752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8B BF16 · eager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514600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2532888"/>
            <a:ext cx="4238534" cy="329184"/>
          </a:xfrm>
          <a:prstGeom prst="round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578608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286.95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14B AWQ · CUDA graph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3127248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145536"/>
            <a:ext cx="845048" cy="329184"/>
          </a:xfrm>
          <a:prstGeom prst="round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191256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57.21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13048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14B AWQ · eager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9312" y="3739896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0" y="3758183"/>
            <a:ext cx="4626864" cy="329184"/>
          </a:xfrm>
          <a:prstGeom prst="round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3803904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313.24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1901952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2029968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Immutable 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2295144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743200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5792" y="2871216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Configurations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3136392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3584448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65792" y="3712463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Repeats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3977639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3×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4425696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5792" y="4553712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AWQ 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4818888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5.47×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정확한 kernel root cause는 프로파일러로 측정하지 않아 NOT_MEASURED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QUANTIZATION · DEBUGGING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그럴듯한 원인보다 반증 가능한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비교 축을 고정하고 설명이 깨지는 조건을 찾았습니다.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관측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AWQ 1/5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125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8414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1566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가설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dequant 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1300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8460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1612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통제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같은 모델·예산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1347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8507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165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반증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eager 회복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1393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8553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1705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제한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원인 범위 명시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Weight saved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5.90 GiB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KV cache 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5.58 GiB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User TTFT 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80.6%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24GB headroom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2.04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8B BF16과 14B AWQ는 크기가 달라 순수한 양자화 효과를 식별한 실험은 아님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03 · K-VOICEBENCH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한국어 ASR을 하나의 결과 계약으로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학습 없이 공개 Whisper 체크포인트의 추론 품질과 단일 GPU 운영성을 측정했습니다.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JSONL Manifest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125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8414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1566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Audio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1300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8460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1612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Whisper FP16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1347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8507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165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WER·CER·Entity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1393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8553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1705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Latency·RTF·VRAM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GPU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GPU 1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Sequential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Training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CI backend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Mock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원본 음성·모델 가중치·로컬 절대 경로를 결과 JSON과 Git에서 분리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K-VOICEBENCH · VERIFIED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Whisper large-v3 · A6000 한 장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24개, 100.848초 금융 TTS 최소대립쌍 · clean 12 / telephony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지표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전체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Clean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Telephony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ITN WER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띄어쓰기 비민감 ITN CER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금융 숫자 Entity 정확도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P95 warm latency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442.7ms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Mean / P95 RTF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0.0918 / 0.1017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Peak allocated VRAM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3,200.5MiB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TTS 진단값이며 사람 금융상담 음성 성능은 NOT_EVALUATED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ENGINEERING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재현성을 코드로 강제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좋은 숫자보다 그 숫자가 어디서 왔는지 다시 확인할 수 있게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프로젝트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입력 계약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검증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산출물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FinLLM Lab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model·tokenizer revision, ACL corpus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schema + 11-stage gate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result JSON · ADR · incident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Quantization Autopsy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18 immutable runs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3회 반복·provenance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JSON · CSV · Markdown · HTML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K-VoiceBench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audio manifest·GPU visibility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WER/CER/entity contract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result JSON · HTML · CI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미실행 항목은 PASS로 바꾸지 않고 NOT_EXECUTED / NOT_EVALUATED로 남김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DEVELOPER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제가 직접 닫은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구현 범위는 모델 호출이 아니라 데이터·서빙·측정·운영 자동화 전체입니다.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vLLM·Transformers, single-GPU scheduling, memory budget, TTFT·RTF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873752"/>
            <a:ext cx="914400" cy="45720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9AF56D"/>
                </a:solidFill>
                <a:latin typeface="Noto Sans KR"/>
                <a:ea typeface="Noto Sans KR"/>
              </a:rPr>
              <a:t>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RAG quality·ACL·injection, WER·CER·entity, immutable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712" y="4873752"/>
            <a:ext cx="914400" cy="45720"/>
          </a:xfrm>
          <a:prstGeom prst="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8432" y="2011680"/>
            <a:ext cx="3502152" cy="3246120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258568"/>
            <a:ext cx="3063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FFC857"/>
                </a:solidFill>
                <a:latin typeface="Noto Sans KR"/>
                <a:ea typeface="Noto Sans KR"/>
              </a:rPr>
              <a:t>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788920"/>
            <a:ext cx="306324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lang="ko-KR">
                <a:solidFill>
                  <a:srgbClr val="F3F7FD"/>
                </a:solidFill>
                <a:latin typeface="Noto Sans KR"/>
                <a:ea typeface="Noto Sans KR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502152"/>
            <a:ext cx="3017520" cy="10789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Docker Compose, metrics·alerts, regression gate, incident·rollback, CI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8744" y="4873752"/>
            <a:ext cx="914400" cy="45720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VALIDATION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현재 완성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채용 담당자가 바로 열어보고, 개발자가 명령으로 다시 검증할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프로젝트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검증 결과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포트폴리오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Git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FinLLM Lab v0.2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153 tests + artifacts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HTML · PPTX · PDF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origin/main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Quantization Autopsy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18 runs / 6 configs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Interactive HTML · report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FinLLM companion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K-VoiceBench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 tests + GPU1 result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Interactive HTML · evidence JSON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local main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K-VoiceBench는 새 GitHub 저장소 생성 후 원격만 연결하면 되는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106984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ONE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89920" cy="20116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Build · Measure ·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858768"/>
            <a:ext cx="996696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lang="ko-KR">
                <a:solidFill>
                  <a:srgbClr val="9DB0C7"/>
                </a:solidFill>
                <a:latin typeface="Noto Sans KR"/>
                <a:ea typeface="Noto Sans KR"/>
              </a:rPr>
              <a:t>금융 LLMOps에서 시작해 양자화 원인 분석과 한국어 음성 추론 평가까지, 제한된 GPU에서 운영 가능한 AI를 만들었습니다.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AI Developer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2615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LLMOps Engineer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919472"/>
            <a:ext cx="1728216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5038344"/>
            <a:ext cx="1527048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Inference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614476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lang="ko-KR">
                <a:solidFill>
                  <a:srgbClr val="9DB0C7"/>
                </a:solidFill>
                <a:latin typeface="DejaVu Sans Mono"/>
                <a:ea typeface="DejaVu Sans Mono"/>
              </a:rPr>
              <a:t>2026 · Developer 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